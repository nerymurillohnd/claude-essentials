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12% excludes the returned shipment.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Export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12% versus Q2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two new distributors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